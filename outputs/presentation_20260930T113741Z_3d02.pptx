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A3264"/>
                </a:solidFill>
              </a:defRPr>
            </a:pPr>
            <a:r>
              <a:t>Fueling Growth: Strategic Budgeting for Marketing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1">
                <a:solidFill>
                  <a:srgbClr val="323C46"/>
                </a:solidFill>
              </a:defRPr>
            </a:pPr>
            <a:r>
              <a:t>Unlocking Opportunities through Smart Financial Planning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Introduction to the Marketing Budget</a:t>
            </a:r>
          </a:p>
        </p:txBody>
      </p:sp>
      <p:pic>
        <p:nvPicPr>
          <p:cNvPr id="4" name="Picture 3" descr="business_meeting_introduction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5204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Overview of budget importance and strategic alignment.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The marketing budget is a critical tool for aligning financial resources with strategic priorities.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Understanding the budget helps the team focus on initiatives that maximize return on investment.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Budgeting involves forecasting, tracking, and analyzing the financial aspects of marketing activities.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A well-structured budget ensures that marketing efforts are both effective and efficient.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Previous Year's Budget Performance</a:t>
            </a:r>
          </a:p>
        </p:txBody>
      </p:sp>
      <p:pic>
        <p:nvPicPr>
          <p:cNvPr id="4" name="Picture 3" descr="business_analytics_performance_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2317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Analyzing past performance to inform future budgeting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Reviewing last year's budget performance helps identify successful strategies and areas for improvement.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Key performance indicators (KPIs) were used to measure the effectiveness of budget allocations.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Over or under-spending patterns can reveal insights about resource utilization and efficiency.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Lessons learned from past experiences guide adjustments for more informed future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Current Market Trends and Opportunities</a:t>
            </a:r>
          </a:p>
        </p:txBody>
      </p:sp>
      <p:pic>
        <p:nvPicPr>
          <p:cNvPr id="4" name="Picture 3" descr="market_trends_analysis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521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Identifying trends that impact budget priorities.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Current market trends can significantly influence the allocation of marketing resources.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Emerging digital platforms offer new opportunities for reaching target audiences effectively.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Shifts in consumer behavior necessitate adjustments in marketing strategies and budget focus.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Staying ahead of competitors requires investment in innovative marketing tools and techniques.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Budget Allocation by Channels</a:t>
            </a:r>
          </a:p>
        </p:txBody>
      </p:sp>
      <p:pic>
        <p:nvPicPr>
          <p:cNvPr id="4" name="Picture 3" descr="budget_allocation_channels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521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Strategic distribution of funds across marketing channels.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Allocating the budget across various channels ensures a balanced approach to marketing outreach.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Digital marketing channels often require a larger share due to their growing importance in engagement.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Traditional media still plays a vital role, particularly in reaching certain demographics effectively.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Regularly evaluating channel performance helps in optimizing budget allocations for maximum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Investment in Technology and Tools</a:t>
            </a:r>
          </a:p>
        </p:txBody>
      </p:sp>
      <p:pic>
        <p:nvPicPr>
          <p:cNvPr id="4" name="Picture 3" descr="technology_investment_marketin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5204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Enhancing capabilities with the right technology investments.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Investing in advanced marketing tools can streamline operations and improve analytical capabilities.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Automation technologies enable more efficient budget management and allocation processes.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Data analytics tools provide deeper insights, leading to more informed budgetary decisions.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Technology investments should align with strategic goals to ensure they support overall marketing objectives.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Risk Management and Contingency Planning</a:t>
            </a:r>
          </a:p>
        </p:txBody>
      </p:sp>
      <p:pic>
        <p:nvPicPr>
          <p:cNvPr id="4" name="Picture 3" descr="risk_management_planning_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2317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Preparing for uncertainties with strategic financial planning.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A robust budget includes provisions for unforeseen challenges and opportunities in the market.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Contingency funds allow for quick adaptation to changes without compromising strategic goals.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Risk assessment involves identifying potential threats and devising strategies to mitigate them.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Regularly updating risk management plans ensures preparedness for any financial disruptions.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Collaboration and Communication</a:t>
            </a:r>
          </a:p>
        </p:txBody>
      </p:sp>
      <p:pic>
        <p:nvPicPr>
          <p:cNvPr id="4" name="Picture 3" descr="team_collaboration_meeting_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5204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Enhancing budget effectiveness through teamwork.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Effective communication ensures all team members understand budget priorities and constraints.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Collaborative planning fosters a sense of ownership and accountability among team members.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Regular meetings help track progress and make necessary adjustments to the budget strategy.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Sharing insights and feedback contributes to continuous improvement in budget management.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Future Projections and Strategic Goals</a:t>
            </a:r>
          </a:p>
        </p:txBody>
      </p:sp>
      <p:pic>
        <p:nvPicPr>
          <p:cNvPr id="4" name="Picture 3" descr="business_future_planning_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521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Aligning budget plans with long-term objectives.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Future budget projections are based on current trends and historical performance data.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Setting strategic goals ensures that budgeting supports the long-term vision of the organization.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Regularly revisiting and revising projections helps in adapting to evolving business environments.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Success metrics should be defined to measure progress towards achieving strategic financial objectives.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Conclusion and Call to Action</a:t>
            </a:r>
          </a:p>
        </p:txBody>
      </p:sp>
      <p:pic>
        <p:nvPicPr>
          <p:cNvPr id="4" name="Picture 3" descr="business_conclusion_teamwork_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2317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Summarizing key points and encouraging proactive engagement.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Summarizing the budget strategy reinforces the importance of strategic financial planning in marketing.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A call to action encourages team members to actively participate in budget implementation.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Feedback loops should be established to continuously improve budget processes and outcomes.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Empowering the team with the right resources and information fosters a culture of accountability.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