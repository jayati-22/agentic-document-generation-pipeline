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ti Gulati" userId="eaa6cb1970d550f8" providerId="LiveId" clId="{232A335A-FBCF-4C9C-8A52-568775201D48}"/>
    <pc:docChg chg="modSld">
      <pc:chgData name="Jayati Gulati" userId="eaa6cb1970d550f8" providerId="LiveId" clId="{232A335A-FBCF-4C9C-8A52-568775201D48}" dt="2026-09-30T11:15:54.117" v="0" actId="14100"/>
      <pc:docMkLst>
        <pc:docMk/>
      </pc:docMkLst>
      <pc:sldChg chg="modSp mod">
        <pc:chgData name="Jayati Gulati" userId="eaa6cb1970d550f8" providerId="LiveId" clId="{232A335A-FBCF-4C9C-8A52-568775201D48}" dt="2026-09-30T11:15:54.117" v="0" actId="14100"/>
        <pc:sldMkLst>
          <pc:docMk/>
          <pc:sldMk cId="0" sldId="263"/>
        </pc:sldMkLst>
        <pc:spChg chg="mod">
          <ac:chgData name="Jayati Gulati" userId="eaa6cb1970d550f8" providerId="LiveId" clId="{232A335A-FBCF-4C9C-8A52-568775201D48}" dt="2026-09-30T11:15:54.117" v="0" actId="14100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A3264"/>
                </a:solidFill>
              </a:defRPr>
            </a:pPr>
            <a:r>
              <a:t>The Sweet World of Chocolate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323C46"/>
                </a:solidFill>
              </a:defRPr>
            </a:pPr>
            <a:r>
              <a:t>Exploring Varieties, Health Perks, and the Art of Creation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A Rich History: The Origins of Chocolate</a:t>
            </a:r>
          </a:p>
        </p:txBody>
      </p:sp>
      <p:pic>
        <p:nvPicPr>
          <p:cNvPr id="4" name="Picture 3" descr="historical_chocolate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40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Tracing the roots of chocolate from ancient civilizations to modern times.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has been cherished since ancient times, with roots tracing back to the Aztec and Mayan cultures.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Initially consumed as a bitter beverage, chocolate was reserved for royalty and special ceremonies.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European explorers introduced chocolate to Europe in the 16th century, transforming it into a sweet delicacy.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industrial revolution in the 19th century enabled mass production and popularized chocolate worldwide.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Types of Chocolate: From Dark to White</a:t>
            </a:r>
          </a:p>
        </p:txBody>
      </p:sp>
      <p:pic>
        <p:nvPicPr>
          <p:cNvPr id="4" name="Picture 3" descr="types_of_chocolate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31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Exploring the diverse varieties and their unique characteristics.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Dark chocolate contains high cocoa content, offering a rich and intense flavor profile.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Milk chocolate is sweeter and creamier, with added milk solids and sugar.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White chocolate lacks cocoa solids, offering a sweet taste with cocoa butter as its base.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Ruby chocolate, a newer variety, is known for its natural pink color and berry-like flavor.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Health Benefits of Chocolate</a:t>
            </a:r>
          </a:p>
        </p:txBody>
      </p:sp>
      <p:pic>
        <p:nvPicPr>
          <p:cNvPr id="4" name="Picture 3" descr="chocolate_health_benefits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Understanding the positive effects of chocolate consumption on 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Dark chocolate is rich in antioxidants, which help protect against cell damage and diseases.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Consuming chocolate in moderation has been linked to improved heart health and reduced risk of stroke.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contains flavonoids, which have been associated with enhanced brain function and memory.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Limited intake of chocolate can improve mood due to its compounds that boost serotonin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The Art of Chocolate Making</a:t>
            </a:r>
          </a:p>
        </p:txBody>
      </p:sp>
      <p:pic>
        <p:nvPicPr>
          <p:cNvPr id="4" name="Picture 3" descr="chocolate_making_process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A step-by-step guide to how chocolate is crafted from bean to bar.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journey begins with the harvesting of cacao pods from tropical cacao trees.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beans are then fermented, dried, and roasted to develop their distinct chocolate flavor.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Once roasted, the beans are cracked and winnowed to separate the nibs from the shells.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nibs are ground into a liquid called chocolate liquor, which forms the base of all chocolate.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From Chocolate Liquor to Finished Product</a:t>
            </a:r>
          </a:p>
        </p:txBody>
      </p:sp>
      <p:pic>
        <p:nvPicPr>
          <p:cNvPr id="4" name="Picture 3" descr="chocolate_making_process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The final stages of chocolate production and creation of various products.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liquor can be further processed into cocoa solids and cocoa butter.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Mixing precise amounts of cocoa solids, cocoa butter, and sugar creates different types of chocolate.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Tempering is a crucial step that involves carefully cooling and reheating chocolate for a smooth finish.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Molded into bars or shaped into confections, chocolate is finally packaged and ready for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Ethical Considerations in Chocolate Production</a:t>
            </a:r>
          </a:p>
        </p:txBody>
      </p:sp>
      <p:pic>
        <p:nvPicPr>
          <p:cNvPr id="4" name="Picture 3" descr="ethical_chocolate_production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Addressing sustainability and fair trade in the chocolate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Sustainable farming practices are vital to ensure the long-term health of cacao crops and ecosystems.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Fair trade certification ensures that cacao farmers receive fair compensation for their labor.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Companies are increasingly adopting eco-friendly packaging to reduce the environmental impact of chocolate.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Supporting ethical chocolate brands helps promote better working conditions and community development.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6169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rPr dirty="0"/>
              <a:t>Innovations in Chocolate: New Flavors and Techniques</a:t>
            </a:r>
          </a:p>
        </p:txBody>
      </p:sp>
      <p:pic>
        <p:nvPicPr>
          <p:cNvPr id="4" name="Picture 3" descr="innovative_chocolat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Exploring the latest trends and creative innovations in the chocolate industry.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rPr dirty="0"/>
              <a:t>• Artisan chocolatiers are experimenting with exotic flavors like lavender, sea salt, and chili pepper.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rPr dirty="0"/>
              <a:t>• Bean-to-bar producers emphasize craftsmanship and transparency in every stage of chocolate creation.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rPr dirty="0"/>
              <a:t>• 3D printing technology is being used to create intricate and novel chocolate designs.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rPr dirty="0"/>
              <a:t>• Vegan and dairy-free chocolate options are expanding, catering to a growing segment of consumers.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91440" cy="548640"/>
          </a:xfrm>
          <a:prstGeom prst="rect">
            <a:avLst/>
          </a:prstGeom>
          <a:solidFill>
            <a:srgbClr val="DC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3264"/>
                </a:solidFill>
              </a:defRPr>
            </a:pPr>
            <a:r>
              <a:t>Conclusion: The Future of Chocolate</a:t>
            </a:r>
          </a:p>
        </p:txBody>
      </p:sp>
      <p:pic>
        <p:nvPicPr>
          <p:cNvPr id="4" name="Picture 3" descr="chocolate_making_process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5216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323C46"/>
                </a:solidFill>
              </a:defRPr>
            </a:pPr>
            <a:r>
              <a:t>Reflecting on the enduring allure and evolving landscape of chocolate.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Chocolate continues to captivate taste buds and imaginations across cultures and generations.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Sustainability and innovation will shape the future of chocolate in an increasingly conscious market.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As consumer preferences evolve, the chocolate industry must adapt to meet diverse dietary needs.</a:t>
            </a:r>
          </a:p>
          <a:p>
            <a:pPr>
              <a:spcAft>
                <a:spcPts val="600"/>
              </a:spcAft>
              <a:defRPr sz="1200">
                <a:solidFill>
                  <a:srgbClr val="323C46"/>
                </a:solidFill>
              </a:defRPr>
            </a:pPr>
            <a:r>
              <a:t>• The love for chocolate remains unwavering, promising a sweet future filled with endless possibilities.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692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Jayati Gulati</cp:lastModifiedBy>
  <cp:revision>1</cp:revision>
  <dcterms:created xsi:type="dcterms:W3CDTF">2013-01-27T09:14:16Z</dcterms:created>
  <dcterms:modified xsi:type="dcterms:W3CDTF">2026-09-30T11:15:58Z</dcterms:modified>
  <cp:category/>
</cp:coreProperties>
</file>